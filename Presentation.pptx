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1434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92DE2-D518-538D-E28A-0B18E5E2A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C19EB6-AFF5-D46B-9614-8BD479B7F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E701A-9EFF-AC3D-CA49-F62DF82E2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3F7C-4609-4544-8FC7-11BBA19B3716}" type="datetimeFigureOut">
              <a:rPr lang="en-US" smtClean="0"/>
              <a:t>24/06/26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965AC-323D-5A29-AEDB-F651E073F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FA4C9-5BB8-16EA-C183-C31A79A0F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8A617-C5A2-4B2F-8151-A5F68E695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730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E8D60-336C-BF61-FC3B-5CE709C60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10CD1-1C0B-C3FA-689B-7CA954017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63A3F-52CD-884A-07B9-4FA40F6B1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3F7C-4609-4544-8FC7-11BBA19B3716}" type="datetimeFigureOut">
              <a:rPr lang="en-US" smtClean="0"/>
              <a:t>24/06/26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B7079-D9BE-B315-FFE7-CE5B38CA0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BAA7B-5393-9B1A-F5BF-7050FCCC8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8A617-C5A2-4B2F-8151-A5F68E695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12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E0419-4F00-FF3A-35A3-09D7589BE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3A390-7BAA-6BD6-825A-B62FB886A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253B3-F5AA-CFDF-5835-989F1A1EF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3F7C-4609-4544-8FC7-11BBA19B3716}" type="datetimeFigureOut">
              <a:rPr lang="en-US" smtClean="0"/>
              <a:t>24/06/26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9677E-BB76-3B38-806F-20D9855F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7306D-588F-E90B-2F9B-25F29254A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8A617-C5A2-4B2F-8151-A5F68E695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47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01861-AECA-2418-ED25-CAB3C93E4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9292F-C3B4-9810-7D6D-044AD4D25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89109-09F3-037A-FC0D-7EDE4E9BD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72340-CDE2-5F60-3444-A56A12161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3F7C-4609-4544-8FC7-11BBA19B3716}" type="datetimeFigureOut">
              <a:rPr lang="en-US" smtClean="0"/>
              <a:t>24/06/26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39015-32F4-49B6-D525-1636F22E8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17BDE-D668-53E6-5C42-8909E2081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8A617-C5A2-4B2F-8151-A5F68E695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379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7A3AC-E5F1-70EC-9C93-593E6F0C4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0DF16-6E40-5AA9-E3BC-3611967DE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0A2C3E-E9CD-5039-3165-9992536E1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833141-5CD5-0CAF-691E-29F972AE9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C79C3F-ABF0-3B91-83D3-9CE94928A4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7DFD88-83CD-DDA5-1462-59152228E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3F7C-4609-4544-8FC7-11BBA19B3716}" type="datetimeFigureOut">
              <a:rPr lang="en-US" smtClean="0"/>
              <a:t>24/06/26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62F2FA-4DF5-97B6-BD5F-838867321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357A90-F995-C903-797B-2C698727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8A617-C5A2-4B2F-8151-A5F68E695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168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59FB0-309E-9973-05D0-4989DB81E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B9582-A1B5-BC19-6F76-03CFD96F9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3F7C-4609-4544-8FC7-11BBA19B3716}" type="datetimeFigureOut">
              <a:rPr lang="en-US" smtClean="0"/>
              <a:t>24/06/26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1C52BB-3382-E4B2-0324-49D20F63D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A9FA8-C537-0F6D-5DA4-987F8DFC0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8A617-C5A2-4B2F-8151-A5F68E695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89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63A686-E62F-6E56-57AF-49C7B7646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3F7C-4609-4544-8FC7-11BBA19B3716}" type="datetimeFigureOut">
              <a:rPr lang="en-US" smtClean="0"/>
              <a:t>24/06/26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DCBC8F-77EF-7AD2-E0B2-3182238B9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2C8D3-B6A9-339B-33C9-FE7AD0047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8A617-C5A2-4B2F-8151-A5F68E695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358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AB30-6B93-BF11-0445-2C75DF5DA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0EC89-89EE-35B2-9120-7C5C4A211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5468F-7BB6-E56F-1548-78D7A0E38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BD0F4-B12D-62BA-C8F9-267BDC300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3F7C-4609-4544-8FC7-11BBA19B3716}" type="datetimeFigureOut">
              <a:rPr lang="en-US" smtClean="0"/>
              <a:t>24/06/26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F6E86-76D9-5BFD-4CE7-ECCDC5631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3D4F06-2748-A7F1-480A-B8E38F629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8A617-C5A2-4B2F-8151-A5F68E695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15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B5EA-EBDC-E22D-9FE3-60D134D64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AD5321-2CB7-A4BA-2E1A-CF6628163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AD8D9-C61D-6436-2D82-AE062DF0C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4986EB-E4FB-B7EF-FF73-66420EF5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3F7C-4609-4544-8FC7-11BBA19B3716}" type="datetimeFigureOut">
              <a:rPr lang="en-US" smtClean="0"/>
              <a:t>24/06/26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78241-D47B-A708-B6D8-1030D4F56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AFADD-4BC7-3A21-06E1-5F2D38752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8A617-C5A2-4B2F-8151-A5F68E695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201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3FCD8-F2C0-5F65-E2A9-D93BAAAE3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AA01F2-916A-5399-8E0A-2F7685BBB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C94C2-95FC-4DC9-5315-A2A27848E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3F7C-4609-4544-8FC7-11BBA19B3716}" type="datetimeFigureOut">
              <a:rPr lang="en-US" smtClean="0"/>
              <a:t>24/06/26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17C0A-02BB-5A1E-588D-2B285D967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A9272-997A-6A48-6386-E2DCBF0D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8A617-C5A2-4B2F-8151-A5F68E695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368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8587EE-A2BB-2F11-1D93-D467676051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874DC-2776-8CC5-6887-FC648882C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0B6AC-610D-8375-7CCC-03AAFE013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3F7C-4609-4544-8FC7-11BBA19B3716}" type="datetimeFigureOut">
              <a:rPr lang="en-US" smtClean="0"/>
              <a:t>24/06/26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FB4F0-264C-BF80-23B9-7A68F68B2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82442-9765-75FE-3B9F-F6D1D6096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8A617-C5A2-4B2F-8151-A5F68E695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23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A32936-9431-A364-6B9B-4C382D9E8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B11E6-FFE1-89CD-F023-1FFE20E64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B6A5E-7755-A029-AB6F-7D0DA18FCC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983F7C-4609-4544-8FC7-11BBA19B3716}" type="datetimeFigureOut">
              <a:rPr lang="en-US" smtClean="0"/>
              <a:t>24/06/26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099D3-0C94-59C1-A939-AF51448B5A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5CAC7-8A9A-6F9F-08BF-BF375ADF0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48A617-C5A2-4B2F-8151-A5F68E695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44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omatrix">
            <a:hlinkClick r:id="" action="ppaction://media"/>
            <a:extLst>
              <a:ext uri="{FF2B5EF4-FFF2-40B4-BE49-F238E27FC236}">
                <a16:creationId xmlns:a16="http://schemas.microsoft.com/office/drawing/2014/main" id="{7AEB03CE-8F0F-4834-D279-36A0C7961EB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25417" t="25555" r="29792" b="26852"/>
          <a:stretch/>
        </p:blipFill>
        <p:spPr>
          <a:xfrm>
            <a:off x="3482368" y="1866899"/>
            <a:ext cx="5227264" cy="31242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977D11-A465-EE26-6A9F-C23C295D786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 l="26429" t="43857" r="30226" b="41893"/>
          <a:stretch/>
        </p:blipFill>
        <p:spPr>
          <a:xfrm>
            <a:off x="4435475" y="3082925"/>
            <a:ext cx="3463925" cy="736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9FADFC-B2F0-CA0E-0A38-2895B734FFB3}"/>
              </a:ext>
            </a:extLst>
          </p:cNvPr>
          <p:cNvSpPr txBox="1"/>
          <p:nvPr/>
        </p:nvSpPr>
        <p:spPr>
          <a:xfrm>
            <a:off x="1829447" y="4131747"/>
            <a:ext cx="853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Forensic human identification system using a normalized matrix</a:t>
            </a:r>
          </a:p>
        </p:txBody>
      </p:sp>
    </p:spTree>
    <p:extLst>
      <p:ext uri="{BB962C8B-B14F-4D97-AF65-F5344CB8AC3E}">
        <p14:creationId xmlns:p14="http://schemas.microsoft.com/office/powerpoint/2010/main" val="225085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365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865"/>
                            </p:stCondLst>
                            <p:childTnLst>
                              <p:par>
                                <p:cTn id="1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9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5" dur="1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7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2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5B889AB1-675B-4820-E470-2DEBD082A521}"/>
              </a:ext>
            </a:extLst>
          </p:cNvPr>
          <p:cNvGrpSpPr/>
          <p:nvPr/>
        </p:nvGrpSpPr>
        <p:grpSpPr>
          <a:xfrm>
            <a:off x="-634636" y="0"/>
            <a:ext cx="13716000" cy="6858000"/>
            <a:chOff x="115326" y="0"/>
            <a:chExt cx="13716000" cy="6858000"/>
          </a:xfrm>
        </p:grpSpPr>
        <p:pic>
          <p:nvPicPr>
            <p:cNvPr id="1030" name="Picture 6" descr="Dot grid png Images - Free Download on Magnific (formerly Freepik)">
              <a:extLst>
                <a:ext uri="{FF2B5EF4-FFF2-40B4-BE49-F238E27FC236}">
                  <a16:creationId xmlns:a16="http://schemas.microsoft.com/office/drawing/2014/main" id="{B59B1792-5E92-A11F-F236-6B06840C9B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326" y="0"/>
              <a:ext cx="6858000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6" descr="Dot grid png Images - Free Download on Magnific (formerly Freepik)">
              <a:extLst>
                <a:ext uri="{FF2B5EF4-FFF2-40B4-BE49-F238E27FC236}">
                  <a16:creationId xmlns:a16="http://schemas.microsoft.com/office/drawing/2014/main" id="{04CA6EFD-4B4C-2C09-3507-6BF48074E3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73326" y="0"/>
              <a:ext cx="6858000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D977D11-A465-EE26-6A9F-C23C295D786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l="26429" t="43857" r="30226" b="41893"/>
          <a:stretch/>
        </p:blipFill>
        <p:spPr>
          <a:xfrm>
            <a:off x="342446" y="5500914"/>
            <a:ext cx="4993258" cy="1061811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8836A8C1-6EC3-28F6-D5E3-8AF0B045513C}"/>
              </a:ext>
            </a:extLst>
          </p:cNvPr>
          <p:cNvGrpSpPr/>
          <p:nvPr/>
        </p:nvGrpSpPr>
        <p:grpSpPr>
          <a:xfrm>
            <a:off x="4191001" y="571500"/>
            <a:ext cx="7340599" cy="3632200"/>
            <a:chOff x="3975101" y="469900"/>
            <a:chExt cx="7340599" cy="36322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4F3CC5A-B138-47D1-E2BD-698A6123BC1F}"/>
                </a:ext>
              </a:extLst>
            </p:cNvPr>
            <p:cNvSpPr/>
            <p:nvPr/>
          </p:nvSpPr>
          <p:spPr>
            <a:xfrm>
              <a:off x="5702300" y="469900"/>
              <a:ext cx="5613400" cy="3632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72BB2B2-FE1B-7023-F6FF-D69B528CDCD8}"/>
                </a:ext>
              </a:extLst>
            </p:cNvPr>
            <p:cNvSpPr/>
            <p:nvPr/>
          </p:nvSpPr>
          <p:spPr>
            <a:xfrm>
              <a:off x="10909301" y="692150"/>
              <a:ext cx="45720" cy="4572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BD2AB0E-C27B-D1F7-81F9-721926B71478}"/>
                </a:ext>
              </a:extLst>
            </p:cNvPr>
            <p:cNvSpPr txBox="1"/>
            <p:nvPr/>
          </p:nvSpPr>
          <p:spPr>
            <a:xfrm>
              <a:off x="10163584" y="528262"/>
              <a:ext cx="7601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e-IL" b="1" dirty="0">
                  <a:latin typeface="Assistant ExtraLight" panose="00000300000000000000" pitchFamily="2" charset="-79"/>
                  <a:cs typeface="Assistant ExtraLight" panose="00000300000000000000" pitchFamily="2" charset="-79"/>
                </a:rPr>
                <a:t>מגישים</a:t>
              </a:r>
              <a:endParaRPr lang="en-US" b="1" dirty="0">
                <a:latin typeface="Assistant ExtraLight" panose="00000300000000000000" pitchFamily="2" charset="-79"/>
                <a:cs typeface="Assistant ExtraLight" panose="00000300000000000000" pitchFamily="2" charset="-79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EC516BB-8417-8FC8-2F87-B258FA8C4D0E}"/>
                </a:ext>
              </a:extLst>
            </p:cNvPr>
            <p:cNvSpPr/>
            <p:nvPr/>
          </p:nvSpPr>
          <p:spPr>
            <a:xfrm>
              <a:off x="10909301" y="2660650"/>
              <a:ext cx="45720" cy="4572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DE02D24-7D1D-03A2-750E-EBD00BAE0E6A}"/>
                </a:ext>
              </a:extLst>
            </p:cNvPr>
            <p:cNvSpPr txBox="1"/>
            <p:nvPr/>
          </p:nvSpPr>
          <p:spPr>
            <a:xfrm>
              <a:off x="10209269" y="2503240"/>
              <a:ext cx="6543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 rtl="1"/>
              <a:r>
                <a:rPr lang="he-IL" b="1" dirty="0">
                  <a:latin typeface="Assistant ExtraLight" panose="00000300000000000000" pitchFamily="2" charset="-79"/>
                  <a:cs typeface="Assistant ExtraLight" panose="00000300000000000000" pitchFamily="2" charset="-79"/>
                </a:rPr>
                <a:t>מנחה</a:t>
              </a:r>
              <a:endParaRPr lang="en-US" b="1" dirty="0">
                <a:latin typeface="Assistant ExtraLight" panose="00000300000000000000" pitchFamily="2" charset="-79"/>
                <a:cs typeface="Assistant ExtraLight" panose="00000300000000000000" pitchFamily="2" charset="-79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415B97A-7D36-6941-C8A7-7171F2A69563}"/>
                </a:ext>
              </a:extLst>
            </p:cNvPr>
            <p:cNvSpPr txBox="1"/>
            <p:nvPr/>
          </p:nvSpPr>
          <p:spPr>
            <a:xfrm>
              <a:off x="3975101" y="2772092"/>
              <a:ext cx="69342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he-IL" sz="3600" dirty="0">
                  <a:latin typeface="Assistant ExtraLight" panose="00000300000000000000" pitchFamily="2" charset="-79"/>
                  <a:cs typeface="Assistant ExtraLight" panose="00000300000000000000" pitchFamily="2" charset="-79"/>
                </a:rPr>
                <a:t>פרופ' מנחם דומב אלון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457DFFC-9B30-BAD2-8E6D-44A7B507DEE8}"/>
                </a:ext>
              </a:extLst>
            </p:cNvPr>
            <p:cNvSpPr txBox="1"/>
            <p:nvPr/>
          </p:nvSpPr>
          <p:spPr>
            <a:xfrm>
              <a:off x="8312115" y="809626"/>
              <a:ext cx="2597186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 rtl="1"/>
              <a:r>
                <a:rPr lang="he-IL" sz="3600" dirty="0">
                  <a:latin typeface="Assistant ExtraLight" panose="00000300000000000000" pitchFamily="2" charset="-79"/>
                  <a:cs typeface="Assistant ExtraLight" panose="00000300000000000000" pitchFamily="2" charset="-79"/>
                </a:rPr>
                <a:t>בנימין ברודסקי</a:t>
              </a:r>
            </a:p>
            <a:p>
              <a:pPr algn="r" rtl="1"/>
              <a:r>
                <a:rPr lang="he-IL" sz="3600" dirty="0">
                  <a:latin typeface="Assistant ExtraLight" panose="00000300000000000000" pitchFamily="2" charset="-79"/>
                  <a:cs typeface="Assistant ExtraLight" panose="00000300000000000000" pitchFamily="2" charset="-79"/>
                </a:rPr>
                <a:t>פינחס סעדון</a:t>
              </a:r>
            </a:p>
            <a:p>
              <a:endParaRPr lang="en-US" sz="3600" dirty="0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7A97D7-144F-3746-D5FE-EDBF420A3D94}"/>
                </a:ext>
              </a:extLst>
            </p:cNvPr>
            <p:cNvCxnSpPr/>
            <p:nvPr/>
          </p:nvCxnSpPr>
          <p:spPr>
            <a:xfrm>
              <a:off x="6007464" y="2339975"/>
              <a:ext cx="50196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515824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00A43F-3DCC-D278-CBF3-A08DFE7197BB}"/>
              </a:ext>
            </a:extLst>
          </p:cNvPr>
          <p:cNvSpPr/>
          <p:nvPr/>
        </p:nvSpPr>
        <p:spPr>
          <a:xfrm>
            <a:off x="5702300" y="469900"/>
            <a:ext cx="5613400" cy="3632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2A0B63-88BB-7C09-AFCB-6CC17B1D8000}"/>
              </a:ext>
            </a:extLst>
          </p:cNvPr>
          <p:cNvSpPr/>
          <p:nvPr/>
        </p:nvSpPr>
        <p:spPr>
          <a:xfrm>
            <a:off x="10909301" y="692150"/>
            <a:ext cx="117838" cy="11747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73168B-4DF0-ECCA-8A21-A4E66EEAAEE1}"/>
              </a:ext>
            </a:extLst>
          </p:cNvPr>
          <p:cNvSpPr txBox="1"/>
          <p:nvPr/>
        </p:nvSpPr>
        <p:spPr>
          <a:xfrm>
            <a:off x="10163584" y="566222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>
                <a:cs typeface="Fixie" pitchFamily="2" charset="-79"/>
              </a:rPr>
              <a:t>מגישים</a:t>
            </a:r>
            <a:endParaRPr lang="en-US" dirty="0">
              <a:cs typeface="Fixie" pitchFamily="2" charset="-79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C73E95-CA53-E8C2-E325-6443963E1090}"/>
              </a:ext>
            </a:extLst>
          </p:cNvPr>
          <p:cNvSpPr/>
          <p:nvPr/>
        </p:nvSpPr>
        <p:spPr>
          <a:xfrm>
            <a:off x="10909301" y="2660650"/>
            <a:ext cx="117838" cy="11747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35C0FE-8ACB-4215-4CD4-C91999476A37}"/>
              </a:ext>
            </a:extLst>
          </p:cNvPr>
          <p:cNvSpPr txBox="1"/>
          <p:nvPr/>
        </p:nvSpPr>
        <p:spPr>
          <a:xfrm>
            <a:off x="10209269" y="2534722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>
                <a:cs typeface="Fixie" pitchFamily="2" charset="-79"/>
              </a:rPr>
              <a:t>מנחה</a:t>
            </a:r>
            <a:endParaRPr lang="en-US" dirty="0">
              <a:cs typeface="Fixie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A7DA6E-2252-AE63-CC91-FBDE41758713}"/>
              </a:ext>
            </a:extLst>
          </p:cNvPr>
          <p:cNvSpPr txBox="1"/>
          <p:nvPr/>
        </p:nvSpPr>
        <p:spPr>
          <a:xfrm>
            <a:off x="3975101" y="2772092"/>
            <a:ext cx="693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3600" dirty="0">
                <a:latin typeface="Assistant ExtraLight" panose="00000300000000000000" pitchFamily="2" charset="-79"/>
                <a:cs typeface="Assistant ExtraLight" panose="00000300000000000000" pitchFamily="2" charset="-79"/>
              </a:rPr>
              <a:t>פרופ' מנחם דומב אלון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E3DB42-7BE2-7CC4-F0A1-613950FF90AD}"/>
              </a:ext>
            </a:extLst>
          </p:cNvPr>
          <p:cNvSpPr txBox="1"/>
          <p:nvPr/>
        </p:nvSpPr>
        <p:spPr>
          <a:xfrm>
            <a:off x="8312115" y="809626"/>
            <a:ext cx="259718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sz="3600" dirty="0">
                <a:latin typeface="Assistant ExtraLight" panose="00000300000000000000" pitchFamily="2" charset="-79"/>
                <a:cs typeface="Assistant ExtraLight" panose="00000300000000000000" pitchFamily="2" charset="-79"/>
              </a:rPr>
              <a:t>בנימין ברודסקי</a:t>
            </a:r>
          </a:p>
          <a:p>
            <a:pPr algn="r" rtl="1"/>
            <a:r>
              <a:rPr lang="he-IL" sz="3600" dirty="0">
                <a:latin typeface="Assistant ExtraLight" panose="00000300000000000000" pitchFamily="2" charset="-79"/>
                <a:cs typeface="Assistant ExtraLight" panose="00000300000000000000" pitchFamily="2" charset="-79"/>
              </a:rPr>
              <a:t>פינחס סעדון</a:t>
            </a:r>
          </a:p>
          <a:p>
            <a:endParaRPr lang="en-US" sz="36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3B5AEEC-F4CF-C625-1321-8BB548B31BA9}"/>
              </a:ext>
            </a:extLst>
          </p:cNvPr>
          <p:cNvCxnSpPr/>
          <p:nvPr/>
        </p:nvCxnSpPr>
        <p:spPr>
          <a:xfrm>
            <a:off x="6007464" y="2339975"/>
            <a:ext cx="5019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186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30</Words>
  <Application>Microsoft Office PowerPoint</Application>
  <PresentationFormat>Widescreen</PresentationFormat>
  <Paragraphs>11</Paragraphs>
  <Slides>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Assistant ExtraLight</vt:lpstr>
      <vt:lpstr>Cascadia Code SemiBold</vt:lpstr>
      <vt:lpstr>Fixie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Pinchas Sadoun</dc:creator>
  <cp:lastModifiedBy>Pinchas Sadoun</cp:lastModifiedBy>
  <cp:revision>1</cp:revision>
  <dcterms:created xsi:type="dcterms:W3CDTF">2026-06-24T17:39:42Z</dcterms:created>
  <dcterms:modified xsi:type="dcterms:W3CDTF">2026-06-24T18:06:27Z</dcterms:modified>
</cp:coreProperties>
</file>